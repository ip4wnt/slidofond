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Сохранение редких видов животных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Программа по защите амурского тигра и снежного барса в 2024 году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Солнечные батареи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Обзор технологий солнечных панелей для автономного электроснабжения.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Бюджет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Общий бюджет составил 5 миллионов рублей на закупку оборудования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Аккумуляторы для хранения энергии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Литий-железо-фосфатные батареи как решение для резервного питания.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