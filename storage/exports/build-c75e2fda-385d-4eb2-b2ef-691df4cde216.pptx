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Сохранение редких видов животных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Программа по защите амурского тигра и снежного барса в 2024 году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