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Солнечные батареи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Обзор технологий солнечных панелей для автономного электроснабжения.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Аккумуляторы для хранения энергии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Литий-железо-фосфатные батареи как решение для резервного питания.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